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00"/>
    <a:srgbClr val="CC9900"/>
    <a:srgbClr val="0073C3"/>
    <a:srgbClr val="E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7BFD-B8E2-FBEF-526D-934D6DED4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98DCA-2BB2-6B19-FC03-59CB272A4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E1844-46CD-7C25-BA60-F7E966972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534A5-46EB-2AE6-906C-ABBA4AE5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F9EF4-7E28-0EA7-2B5F-69982645D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5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2BA0-82CD-FF7E-4BE1-D5FB2CC43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7CFEA-54B2-DFF4-81CA-B8E490D49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902BD-4E43-EFC0-A727-57275E5FA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05E94-7795-2BF4-4C14-AE7D7EA0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E32E2-CBF6-9511-60C2-463E3CD2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8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E6A4-DE0B-E537-C6AE-12453BEB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52530-03BA-A1D3-1D7A-18B649890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0812C-6949-D98E-F530-8E69C071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89582-1940-15E9-9309-ACD6E7F61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72ED8-E9F7-5DF7-7C63-7520AE94D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7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44934-3D73-44A4-3F79-89C2F0991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BFB59-C759-812B-5EA6-2665FBD2F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6F867-868E-92EF-36CA-9785003E2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BB4E1-6AFE-780B-85FB-1B5EE591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06B5F-16D0-D7F2-A5AD-AC4B8C05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A3311-37E5-7598-033E-47E3EBAC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16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8701C-4CAE-E484-6238-24C91429C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06D49-4437-F2F9-B3FE-F3BBF3C2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D16A7-4D19-1890-E5F0-EF3E14A51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9339E-7A77-F7E9-8B69-6F03CC2778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7E3B84-0A87-99C5-B80F-074A69611B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8E99C-42FD-43F5-7B09-D84A1C25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D34E6C-1E6D-0479-CA1A-F2846160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941619-4384-A9C3-3C9B-20DE78B7E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9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03CF-26E2-C000-8856-DE0EF9B9E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02CBC1-655C-7426-CED2-6DF34A590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2F623-DDCB-6152-7B76-73BC5FFD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22E68-12AB-4844-12B9-257738B25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8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26BC3B-F46F-7F79-F413-F3B0F1AB6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E98EF-30AD-2C5B-DF58-F7C8E0B23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EC43D-2BFA-EBAC-D171-4E335FF1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1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457C-B851-9BF0-0EE5-9111C57D0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1487D-7520-F366-E0DC-8777E61AF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89B04-908C-1A83-8F27-F7B3440AC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32DDD-6229-CC3F-FF9A-5166DF45F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73C22-AD21-2C93-E315-7ECD3ED8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703B7-F86A-2A23-ED6F-C1507E08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7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9E12-E3D8-F454-0F62-D3AD379B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D5048-F06F-B9D5-2571-815850AEA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660D31-0C7E-EE65-30A8-9B066360B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A39B5-F3D2-A841-1EE8-17C78FDBC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F63D2-CC5D-E936-DF14-1DBE41AAD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2FE68-0FB2-81D8-CF29-7576383F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7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867F-6859-3B68-EF2A-BC0D3658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DF1686-1B18-F266-1F4D-0131D1056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77DB6-8C69-28B7-F263-EE2A93A3A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B9760-572B-E308-5A90-07BA29F3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705AE-2B9B-BB28-3AF9-C730D8C0E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060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AA419-2E3A-482E-E7F0-DF21A0F64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51D68-9ACC-B25C-96B9-97B2440FF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89FC1-8663-CFD1-E83E-23108B828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1FE26-3DA1-7AE9-E735-C46AE02D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13DAE-56AE-CA6C-DF49-30840BC91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62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BC6C23-171E-ECAD-D028-092EC41D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45086-9201-C798-4FE1-BB0C4EB76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80849-095C-64BE-D237-B0B4D9F5E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0E32E-AD2D-4B71-91BA-5936DA49BA4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9563B-2EBE-188A-D16D-293589B89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07D1C-1C63-38D8-194C-4ACEE4EA82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34C6A-FD2A-4E14-8FE4-12E9F228B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3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98F526F-9566-5484-1C9E-F5E03FE2F78F}"/>
              </a:ext>
            </a:extLst>
          </p:cNvPr>
          <p:cNvGrpSpPr/>
          <p:nvPr/>
        </p:nvGrpSpPr>
        <p:grpSpPr>
          <a:xfrm>
            <a:off x="5826642" y="1489597"/>
            <a:ext cx="5930705" cy="4168037"/>
            <a:chOff x="6096000" y="1877165"/>
            <a:chExt cx="5994400" cy="4104549"/>
          </a:xfrm>
        </p:grpSpPr>
        <p:sp>
          <p:nvSpPr>
            <p:cNvPr id="3" name="TextBox 5">
              <a:extLst>
                <a:ext uri="{FF2B5EF4-FFF2-40B4-BE49-F238E27FC236}">
                  <a16:creationId xmlns:a16="http://schemas.microsoft.com/office/drawing/2014/main" id="{402BBF83-AA6A-DE0C-B1D6-067583A0A6C2}"/>
                </a:ext>
              </a:extLst>
            </p:cNvPr>
            <p:cNvSpPr txBox="1"/>
            <p:nvPr/>
          </p:nvSpPr>
          <p:spPr>
            <a:xfrm>
              <a:off x="7769322" y="3081088"/>
              <a:ext cx="3999654" cy="23897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4" name="TextBox 15">
              <a:extLst>
                <a:ext uri="{FF2B5EF4-FFF2-40B4-BE49-F238E27FC236}">
                  <a16:creationId xmlns:a16="http://schemas.microsoft.com/office/drawing/2014/main" id="{F338580D-0C26-2425-A98F-CC77C707F947}"/>
                </a:ext>
              </a:extLst>
            </p:cNvPr>
            <p:cNvSpPr txBox="1"/>
            <p:nvPr/>
          </p:nvSpPr>
          <p:spPr>
            <a:xfrm>
              <a:off x="8073670" y="2489329"/>
              <a:ext cx="52" cy="19168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endParaRPr>
            </a:p>
          </p:txBody>
        </p: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DC85810B-2BF4-9A49-AA50-EFEF3C00AB57}"/>
                </a:ext>
              </a:extLst>
            </p:cNvPr>
            <p:cNvSpPr/>
            <p:nvPr/>
          </p:nvSpPr>
          <p:spPr>
            <a:xfrm>
              <a:off x="8088842" y="2816024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F55F3F4A-1A5B-C806-46B6-871B04B8C58F}"/>
                </a:ext>
              </a:extLst>
            </p:cNvPr>
            <p:cNvSpPr/>
            <p:nvPr/>
          </p:nvSpPr>
          <p:spPr>
            <a:xfrm>
              <a:off x="8653890" y="1877165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F4F9D46A-4DCC-BB5C-4A4B-37816CDCC0FE}"/>
                </a:ext>
              </a:extLst>
            </p:cNvPr>
            <p:cNvSpPr/>
            <p:nvPr/>
          </p:nvSpPr>
          <p:spPr>
            <a:xfrm>
              <a:off x="9218939" y="2816024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T2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5E31ACC-7800-AAAB-2882-C2564B0F8F10}"/>
                </a:ext>
              </a:extLst>
            </p:cNvPr>
            <p:cNvCxnSpPr>
              <a:cxnSpLocks/>
              <a:stCxn id="6" idx="3"/>
              <a:endCxn id="5" idx="0"/>
            </p:cNvCxnSpPr>
            <p:nvPr/>
          </p:nvCxnSpPr>
          <p:spPr>
            <a:xfrm flipH="1">
              <a:off x="8371366" y="2352220"/>
              <a:ext cx="365273" cy="463804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6178A98-DBCA-96CF-E01C-1959559A1421}"/>
                </a:ext>
              </a:extLst>
            </p:cNvPr>
            <p:cNvCxnSpPr>
              <a:cxnSpLocks/>
              <a:stCxn id="5" idx="6"/>
              <a:endCxn id="7" idx="2"/>
            </p:cNvCxnSpPr>
            <p:nvPr/>
          </p:nvCxnSpPr>
          <p:spPr>
            <a:xfrm>
              <a:off x="8653890" y="3094304"/>
              <a:ext cx="565048" cy="0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37">
              <a:extLst>
                <a:ext uri="{FF2B5EF4-FFF2-40B4-BE49-F238E27FC236}">
                  <a16:creationId xmlns:a16="http://schemas.microsoft.com/office/drawing/2014/main" id="{D7B199F7-108E-7147-069E-5F401F2E071E}"/>
                </a:ext>
              </a:extLst>
            </p:cNvPr>
            <p:cNvSpPr txBox="1"/>
            <p:nvPr/>
          </p:nvSpPr>
          <p:spPr>
            <a:xfrm>
              <a:off x="8272006" y="3456049"/>
              <a:ext cx="1832183" cy="342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M1: Mediation</a:t>
              </a:r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29AA5A6C-2759-147A-118F-0F6E1D45A033}"/>
                </a:ext>
              </a:extLst>
            </p:cNvPr>
            <p:cNvSpPr/>
            <p:nvPr/>
          </p:nvSpPr>
          <p:spPr>
            <a:xfrm>
              <a:off x="6096000" y="2816024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68C0225D-EEE7-3ACD-A5A3-5281459F0796}"/>
                </a:ext>
              </a:extLst>
            </p:cNvPr>
            <p:cNvSpPr/>
            <p:nvPr/>
          </p:nvSpPr>
          <p:spPr>
            <a:xfrm>
              <a:off x="6661048" y="1877165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1255380F-4C0B-B341-ED2A-7B467F6BD841}"/>
                </a:ext>
              </a:extLst>
            </p:cNvPr>
            <p:cNvSpPr/>
            <p:nvPr/>
          </p:nvSpPr>
          <p:spPr>
            <a:xfrm>
              <a:off x="7226097" y="2816024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T2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CB2D15E-F398-78CE-2054-81440092F438}"/>
                </a:ext>
              </a:extLst>
            </p:cNvPr>
            <p:cNvCxnSpPr>
              <a:cxnSpLocks/>
              <a:stCxn id="12" idx="3"/>
              <a:endCxn id="11" idx="0"/>
            </p:cNvCxnSpPr>
            <p:nvPr/>
          </p:nvCxnSpPr>
          <p:spPr>
            <a:xfrm flipH="1">
              <a:off x="6378524" y="2352220"/>
              <a:ext cx="365273" cy="463804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C8E54FC8-7F1A-2B13-D07D-9B4A628A2114}"/>
                </a:ext>
              </a:extLst>
            </p:cNvPr>
            <p:cNvSpPr/>
            <p:nvPr/>
          </p:nvSpPr>
          <p:spPr>
            <a:xfrm>
              <a:off x="10081683" y="2816024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D76CE1DC-E68B-7E6A-8173-2BCED747E18C}"/>
                </a:ext>
              </a:extLst>
            </p:cNvPr>
            <p:cNvSpPr/>
            <p:nvPr/>
          </p:nvSpPr>
          <p:spPr>
            <a:xfrm>
              <a:off x="10646732" y="1877165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17" name="Flowchart: Connector 16">
              <a:extLst>
                <a:ext uri="{FF2B5EF4-FFF2-40B4-BE49-F238E27FC236}">
                  <a16:creationId xmlns:a16="http://schemas.microsoft.com/office/drawing/2014/main" id="{73BBC118-50C7-CE6C-2952-4BDB263EF6A4}"/>
                </a:ext>
              </a:extLst>
            </p:cNvPr>
            <p:cNvSpPr/>
            <p:nvPr/>
          </p:nvSpPr>
          <p:spPr>
            <a:xfrm>
              <a:off x="11211780" y="2816024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T2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6FF3E99-E810-0FE5-4EF5-7E6F5226D28E}"/>
                </a:ext>
              </a:extLst>
            </p:cNvPr>
            <p:cNvCxnSpPr>
              <a:cxnSpLocks/>
              <a:stCxn id="16" idx="3"/>
              <a:endCxn id="15" idx="0"/>
            </p:cNvCxnSpPr>
            <p:nvPr/>
          </p:nvCxnSpPr>
          <p:spPr>
            <a:xfrm flipH="1">
              <a:off x="10364208" y="2352220"/>
              <a:ext cx="365273" cy="463804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37F8BEC-780E-D072-9FF2-C2B72A8CB79F}"/>
                </a:ext>
              </a:extLst>
            </p:cNvPr>
            <p:cNvCxnSpPr>
              <a:cxnSpLocks/>
              <a:stCxn id="17" idx="2"/>
              <a:endCxn id="15" idx="6"/>
            </p:cNvCxnSpPr>
            <p:nvPr/>
          </p:nvCxnSpPr>
          <p:spPr>
            <a:xfrm flipH="1">
              <a:off x="10646732" y="3094304"/>
              <a:ext cx="565048" cy="0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11F33C11-21A9-83A2-D2F5-EE917C93047F}"/>
                </a:ext>
              </a:extLst>
            </p:cNvPr>
            <p:cNvSpPr/>
            <p:nvPr/>
          </p:nvSpPr>
          <p:spPr>
            <a:xfrm>
              <a:off x="7141909" y="5013337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1" name="Flowchart: Connector 20">
              <a:extLst>
                <a:ext uri="{FF2B5EF4-FFF2-40B4-BE49-F238E27FC236}">
                  <a16:creationId xmlns:a16="http://schemas.microsoft.com/office/drawing/2014/main" id="{D434E99C-AED6-AACE-7906-D1DA30F0841C}"/>
                </a:ext>
              </a:extLst>
            </p:cNvPr>
            <p:cNvSpPr/>
            <p:nvPr/>
          </p:nvSpPr>
          <p:spPr>
            <a:xfrm>
              <a:off x="7706957" y="4074478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F757AE93-1BFF-E3EA-8D5E-A5F07873FC45}"/>
                </a:ext>
              </a:extLst>
            </p:cNvPr>
            <p:cNvSpPr/>
            <p:nvPr/>
          </p:nvSpPr>
          <p:spPr>
            <a:xfrm>
              <a:off x="8272006" y="5013336"/>
              <a:ext cx="565048" cy="556562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T2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D6AEF19-5D1F-8AF7-267A-24285529A91E}"/>
                </a:ext>
              </a:extLst>
            </p:cNvPr>
            <p:cNvCxnSpPr>
              <a:cxnSpLocks/>
              <a:stCxn id="21" idx="3"/>
              <a:endCxn id="20" idx="0"/>
            </p:cNvCxnSpPr>
            <p:nvPr/>
          </p:nvCxnSpPr>
          <p:spPr>
            <a:xfrm flipH="1">
              <a:off x="7424433" y="4549532"/>
              <a:ext cx="365273" cy="463804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354D147-D7CF-7653-2984-9FEC40C42589}"/>
                </a:ext>
              </a:extLst>
            </p:cNvPr>
            <p:cNvCxnSpPr>
              <a:cxnSpLocks/>
              <a:stCxn id="21" idx="5"/>
              <a:endCxn id="22" idx="0"/>
            </p:cNvCxnSpPr>
            <p:nvPr/>
          </p:nvCxnSpPr>
          <p:spPr>
            <a:xfrm>
              <a:off x="8189256" y="4549532"/>
              <a:ext cx="365273" cy="463804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lowchart: Connector 24">
              <a:extLst>
                <a:ext uri="{FF2B5EF4-FFF2-40B4-BE49-F238E27FC236}">
                  <a16:creationId xmlns:a16="http://schemas.microsoft.com/office/drawing/2014/main" id="{6DAF2751-FA69-36F3-4442-94B5C9DBCE8F}"/>
                </a:ext>
              </a:extLst>
            </p:cNvPr>
            <p:cNvSpPr/>
            <p:nvPr/>
          </p:nvSpPr>
          <p:spPr>
            <a:xfrm>
              <a:off x="9236604" y="5013337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26" name="Flowchart: Connector 25">
              <a:extLst>
                <a:ext uri="{FF2B5EF4-FFF2-40B4-BE49-F238E27FC236}">
                  <a16:creationId xmlns:a16="http://schemas.microsoft.com/office/drawing/2014/main" id="{35EB9560-EA7C-06F9-B785-3A3AAF8DB23D}"/>
                </a:ext>
              </a:extLst>
            </p:cNvPr>
            <p:cNvSpPr/>
            <p:nvPr/>
          </p:nvSpPr>
          <p:spPr>
            <a:xfrm>
              <a:off x="9801653" y="4074478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27" name="Flowchart: Connector 26">
              <a:extLst>
                <a:ext uri="{FF2B5EF4-FFF2-40B4-BE49-F238E27FC236}">
                  <a16:creationId xmlns:a16="http://schemas.microsoft.com/office/drawing/2014/main" id="{D32AB978-F7C2-DC29-4DF8-9BB80C6B8FB4}"/>
                </a:ext>
              </a:extLst>
            </p:cNvPr>
            <p:cNvSpPr/>
            <p:nvPr/>
          </p:nvSpPr>
          <p:spPr>
            <a:xfrm>
              <a:off x="10366701" y="5013337"/>
              <a:ext cx="565048" cy="556561"/>
            </a:xfrm>
            <a:prstGeom prst="flowChartConnector">
              <a:avLst/>
            </a:prstGeom>
            <a:solidFill>
              <a:srgbClr val="0073C3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T2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D7A48D9-02CB-C7E4-7768-82E0D82503A8}"/>
                </a:ext>
              </a:extLst>
            </p:cNvPr>
            <p:cNvCxnSpPr>
              <a:cxnSpLocks/>
              <a:stCxn id="26" idx="3"/>
              <a:endCxn id="25" idx="0"/>
            </p:cNvCxnSpPr>
            <p:nvPr/>
          </p:nvCxnSpPr>
          <p:spPr>
            <a:xfrm flipH="1">
              <a:off x="9519128" y="4549532"/>
              <a:ext cx="365273" cy="463804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BF93948-635E-24F9-A807-0662F6FD1925}"/>
                </a:ext>
              </a:extLst>
            </p:cNvPr>
            <p:cNvCxnSpPr>
              <a:cxnSpLocks/>
              <a:stCxn id="26" idx="5"/>
              <a:endCxn id="27" idx="0"/>
            </p:cNvCxnSpPr>
            <p:nvPr/>
          </p:nvCxnSpPr>
          <p:spPr>
            <a:xfrm>
              <a:off x="10283952" y="4549532"/>
              <a:ext cx="365273" cy="463804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36">
              <a:extLst>
                <a:ext uri="{FF2B5EF4-FFF2-40B4-BE49-F238E27FC236}">
                  <a16:creationId xmlns:a16="http://schemas.microsoft.com/office/drawing/2014/main" id="{E73BB862-89B8-E5E4-4AE4-4AA0C7390D52}"/>
                </a:ext>
              </a:extLst>
            </p:cNvPr>
            <p:cNvSpPr txBox="1"/>
            <p:nvPr/>
          </p:nvSpPr>
          <p:spPr>
            <a:xfrm>
              <a:off x="6157299" y="3457046"/>
              <a:ext cx="1832183" cy="342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M0: Null Model</a:t>
              </a:r>
            </a:p>
          </p:txBody>
        </p:sp>
        <p:sp>
          <p:nvSpPr>
            <p:cNvPr id="31" name="TextBox 38">
              <a:extLst>
                <a:ext uri="{FF2B5EF4-FFF2-40B4-BE49-F238E27FC236}">
                  <a16:creationId xmlns:a16="http://schemas.microsoft.com/office/drawing/2014/main" id="{A72586FD-B34D-7B6E-A86F-99AA09B69C95}"/>
                </a:ext>
              </a:extLst>
            </p:cNvPr>
            <p:cNvSpPr txBox="1"/>
            <p:nvPr/>
          </p:nvSpPr>
          <p:spPr>
            <a:xfrm>
              <a:off x="10283951" y="3456049"/>
              <a:ext cx="1806449" cy="342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M2: V-structure</a:t>
              </a:r>
            </a:p>
          </p:txBody>
        </p:sp>
        <p:sp>
          <p:nvSpPr>
            <p:cNvPr id="32" name="TextBox 39">
              <a:extLst>
                <a:ext uri="{FF2B5EF4-FFF2-40B4-BE49-F238E27FC236}">
                  <a16:creationId xmlns:a16="http://schemas.microsoft.com/office/drawing/2014/main" id="{0754F601-1D73-D22E-9458-4F099BEFDDE1}"/>
                </a:ext>
              </a:extLst>
            </p:cNvPr>
            <p:cNvSpPr txBox="1"/>
            <p:nvPr/>
          </p:nvSpPr>
          <p:spPr>
            <a:xfrm>
              <a:off x="6534226" y="5632965"/>
              <a:ext cx="2896065" cy="342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M3: Conditional Independence</a:t>
              </a:r>
            </a:p>
          </p:txBody>
        </p:sp>
        <p:sp>
          <p:nvSpPr>
            <p:cNvPr id="33" name="TextBox 40">
              <a:extLst>
                <a:ext uri="{FF2B5EF4-FFF2-40B4-BE49-F238E27FC236}">
                  <a16:creationId xmlns:a16="http://schemas.microsoft.com/office/drawing/2014/main" id="{5E1464C0-8D48-33B8-86F2-AD797A56BC83}"/>
                </a:ext>
              </a:extLst>
            </p:cNvPr>
            <p:cNvSpPr txBox="1"/>
            <p:nvPr/>
          </p:nvSpPr>
          <p:spPr>
            <a:xfrm>
              <a:off x="9254221" y="5638950"/>
              <a:ext cx="1892539" cy="3427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w Cen MT" panose="020B0602020104020603"/>
                  <a:ea typeface="+mn-ea"/>
                  <a:cs typeface="+mn-cs"/>
                </a:rPr>
                <a:t>M4: Fully Connected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C6D2EE6-2565-4D0B-D9D8-90E70CCA371A}"/>
                </a:ext>
              </a:extLst>
            </p:cNvPr>
            <p:cNvCxnSpPr>
              <a:cxnSpLocks/>
              <a:stCxn id="25" idx="6"/>
              <a:endCxn id="27" idx="2"/>
            </p:cNvCxnSpPr>
            <p:nvPr/>
          </p:nvCxnSpPr>
          <p:spPr>
            <a:xfrm>
              <a:off x="9801652" y="5291619"/>
              <a:ext cx="565049" cy="0"/>
            </a:xfrm>
            <a:prstGeom prst="straightConnector1">
              <a:avLst/>
            </a:prstGeom>
            <a:solidFill>
              <a:schemeClr val="accent4">
                <a:lumMod val="60000"/>
                <a:lumOff val="40000"/>
              </a:schemeClr>
            </a:solidFill>
            <a:ln w="44450">
              <a:solidFill>
                <a:schemeClr val="accent3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6C44183-98CD-DBD2-3356-429CF40A6A89}"/>
              </a:ext>
            </a:extLst>
          </p:cNvPr>
          <p:cNvGrpSpPr/>
          <p:nvPr/>
        </p:nvGrpSpPr>
        <p:grpSpPr>
          <a:xfrm>
            <a:off x="1226049" y="1384025"/>
            <a:ext cx="3650494" cy="4645089"/>
            <a:chOff x="10851190" y="14248303"/>
            <a:chExt cx="3946850" cy="460626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22CD306-AF64-0637-C140-3C8B7F1329EC}"/>
                </a:ext>
              </a:extLst>
            </p:cNvPr>
            <p:cNvGrpSpPr/>
            <p:nvPr/>
          </p:nvGrpSpPr>
          <p:grpSpPr>
            <a:xfrm>
              <a:off x="11433516" y="14248303"/>
              <a:ext cx="2788163" cy="3478196"/>
              <a:chOff x="7221333" y="1689902"/>
              <a:chExt cx="2788163" cy="3478196"/>
            </a:xfrm>
          </p:grpSpPr>
          <p:sp>
            <p:nvSpPr>
              <p:cNvPr id="42" name="Flowchart: Connector 41">
                <a:extLst>
                  <a:ext uri="{FF2B5EF4-FFF2-40B4-BE49-F238E27FC236}">
                    <a16:creationId xmlns:a16="http://schemas.microsoft.com/office/drawing/2014/main" id="{4982E800-CF3F-D294-3C8F-C1E87134D0FD}"/>
                  </a:ext>
                </a:extLst>
              </p:cNvPr>
              <p:cNvSpPr/>
              <p:nvPr/>
            </p:nvSpPr>
            <p:spPr>
              <a:xfrm>
                <a:off x="7221333" y="3144281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T1</a:t>
                </a:r>
              </a:p>
            </p:txBody>
          </p:sp>
          <p:sp>
            <p:nvSpPr>
              <p:cNvPr id="43" name="Flowchart: Connector 42">
                <a:extLst>
                  <a:ext uri="{FF2B5EF4-FFF2-40B4-BE49-F238E27FC236}">
                    <a16:creationId xmlns:a16="http://schemas.microsoft.com/office/drawing/2014/main" id="{3DDDE48A-4B78-E390-391F-52AA1416A0B0}"/>
                  </a:ext>
                </a:extLst>
              </p:cNvPr>
              <p:cNvSpPr/>
              <p:nvPr/>
            </p:nvSpPr>
            <p:spPr>
              <a:xfrm>
                <a:off x="8260864" y="1689902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V</a:t>
                </a:r>
              </a:p>
            </p:txBody>
          </p:sp>
          <p:sp>
            <p:nvSpPr>
              <p:cNvPr id="44" name="Flowchart: Connector 43">
                <a:extLst>
                  <a:ext uri="{FF2B5EF4-FFF2-40B4-BE49-F238E27FC236}">
                    <a16:creationId xmlns:a16="http://schemas.microsoft.com/office/drawing/2014/main" id="{B9E10894-75BF-76C8-40B5-6C5E948855CE}"/>
                  </a:ext>
                </a:extLst>
              </p:cNvPr>
              <p:cNvSpPr/>
              <p:nvPr/>
            </p:nvSpPr>
            <p:spPr>
              <a:xfrm>
                <a:off x="9300396" y="3144281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T2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0187FDA-48F1-AF12-526D-63C4EB39E8F2}"/>
                  </a:ext>
                </a:extLst>
              </p:cNvPr>
              <p:cNvCxnSpPr>
                <a:cxnSpLocks/>
                <a:stCxn id="43" idx="3"/>
                <a:endCxn id="42" idx="0"/>
              </p:cNvCxnSpPr>
              <p:nvPr/>
            </p:nvCxnSpPr>
            <p:spPr>
              <a:xfrm flipH="1">
                <a:off x="7575883" y="2223851"/>
                <a:ext cx="788826" cy="920430"/>
              </a:xfrm>
              <a:prstGeom prst="straightConnector1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38100">
                <a:solidFill>
                  <a:srgbClr val="0073C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5A79DD42-7860-1E8B-B4AE-804DA8DDCD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8226" y="3590403"/>
                <a:ext cx="1086986" cy="0"/>
              </a:xfrm>
              <a:prstGeom prst="straightConnector1">
                <a:avLst/>
              </a:prstGeom>
              <a:ln w="38100">
                <a:solidFill>
                  <a:srgbClr val="0073C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15A63766-55AD-3E34-2267-D922851E7C57}"/>
                  </a:ext>
                </a:extLst>
              </p:cNvPr>
              <p:cNvCxnSpPr>
                <a:cxnSpLocks/>
                <a:stCxn id="43" idx="5"/>
                <a:endCxn id="44" idx="0"/>
              </p:cNvCxnSpPr>
              <p:nvPr/>
            </p:nvCxnSpPr>
            <p:spPr>
              <a:xfrm>
                <a:off x="8866119" y="2223851"/>
                <a:ext cx="788827" cy="920430"/>
              </a:xfrm>
              <a:prstGeom prst="straightConnector1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38100">
                <a:solidFill>
                  <a:srgbClr val="0073C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AD448C97-7DED-C5B1-B8B0-925DFA6C73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1921" y="3429000"/>
                <a:ext cx="1086986" cy="0"/>
              </a:xfrm>
              <a:prstGeom prst="straightConnector1">
                <a:avLst/>
              </a:prstGeom>
              <a:ln w="38100">
                <a:solidFill>
                  <a:srgbClr val="0073C3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Flowchart: Connector 48">
                <a:extLst>
                  <a:ext uri="{FF2B5EF4-FFF2-40B4-BE49-F238E27FC236}">
                    <a16:creationId xmlns:a16="http://schemas.microsoft.com/office/drawing/2014/main" id="{D17B99F7-5EB4-0F7F-514D-04C815A4812A}"/>
                  </a:ext>
                </a:extLst>
              </p:cNvPr>
              <p:cNvSpPr/>
              <p:nvPr/>
            </p:nvSpPr>
            <p:spPr>
              <a:xfrm>
                <a:off x="8260864" y="4542538"/>
                <a:ext cx="709100" cy="625560"/>
              </a:xfrm>
              <a:prstGeom prst="flowChartConnector">
                <a:avLst/>
              </a:prstGeom>
              <a:solidFill>
                <a:srgbClr val="EFC000"/>
              </a:solidFill>
              <a:ln>
                <a:solidFill>
                  <a:srgbClr val="99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U</a:t>
                </a: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03086633-1E16-ECF1-4D89-F09F4FAADE4A}"/>
                  </a:ext>
                </a:extLst>
              </p:cNvPr>
              <p:cNvCxnSpPr>
                <a:cxnSpLocks/>
                <a:stCxn id="49" idx="1"/>
                <a:endCxn id="42" idx="4"/>
              </p:cNvCxnSpPr>
              <p:nvPr/>
            </p:nvCxnSpPr>
            <p:spPr>
              <a:xfrm flipH="1" flipV="1">
                <a:off x="7575883" y="3769841"/>
                <a:ext cx="788826" cy="864308"/>
              </a:xfrm>
              <a:prstGeom prst="straightConnector1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38100">
                <a:solidFill>
                  <a:srgbClr val="E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4C6339F2-DA11-4E4B-6D6F-29A6291C2BE5}"/>
                  </a:ext>
                </a:extLst>
              </p:cNvPr>
              <p:cNvCxnSpPr>
                <a:cxnSpLocks/>
                <a:stCxn id="49" idx="7"/>
                <a:endCxn id="44" idx="4"/>
              </p:cNvCxnSpPr>
              <p:nvPr/>
            </p:nvCxnSpPr>
            <p:spPr>
              <a:xfrm flipV="1">
                <a:off x="8866119" y="3769841"/>
                <a:ext cx="788827" cy="864308"/>
              </a:xfrm>
              <a:prstGeom prst="straightConnector1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38100">
                <a:solidFill>
                  <a:srgbClr val="E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TextBox 83">
                    <a:extLst>
                      <a:ext uri="{FF2B5EF4-FFF2-40B4-BE49-F238E27FC236}">
                        <a16:creationId xmlns:a16="http://schemas.microsoft.com/office/drawing/2014/main" id="{36F97BE6-33E8-C913-A07E-6178DBC94BF0}"/>
                      </a:ext>
                    </a:extLst>
                  </p:cNvPr>
                  <p:cNvSpPr txBox="1"/>
                  <p:nvPr/>
                </p:nvSpPr>
                <p:spPr>
                  <a:xfrm>
                    <a:off x="9300396" y="2315463"/>
                    <a:ext cx="426006" cy="2746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t-B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21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52" name="TextBox 83">
                    <a:extLst>
                      <a:ext uri="{FF2B5EF4-FFF2-40B4-BE49-F238E27FC236}">
                        <a16:creationId xmlns:a16="http://schemas.microsoft.com/office/drawing/2014/main" id="{36F97BE6-33E8-C913-A07E-6178DBC94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00396" y="2315463"/>
                    <a:ext cx="426006" cy="274684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0000" t="-4444" r="-3077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TextBox 84">
                    <a:extLst>
                      <a:ext uri="{FF2B5EF4-FFF2-40B4-BE49-F238E27FC236}">
                        <a16:creationId xmlns:a16="http://schemas.microsoft.com/office/drawing/2014/main" id="{216E218E-2DC5-3DC1-B589-A2589C38B5E3}"/>
                      </a:ext>
                    </a:extLst>
                  </p:cNvPr>
                  <p:cNvSpPr txBox="1"/>
                  <p:nvPr/>
                </p:nvSpPr>
                <p:spPr>
                  <a:xfrm>
                    <a:off x="7492042" y="2330588"/>
                    <a:ext cx="420251" cy="2746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t-B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11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53" name="TextBox 84">
                    <a:extLst>
                      <a:ext uri="{FF2B5EF4-FFF2-40B4-BE49-F238E27FC236}">
                        <a16:creationId xmlns:a16="http://schemas.microsoft.com/office/drawing/2014/main" id="{216E218E-2DC5-3DC1-B589-A2589C38B5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92042" y="2330588"/>
                    <a:ext cx="420251" cy="27468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0635" t="-2222" r="-4762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4" name="TextBox 85">
                    <a:extLst>
                      <a:ext uri="{FF2B5EF4-FFF2-40B4-BE49-F238E27FC236}">
                        <a16:creationId xmlns:a16="http://schemas.microsoft.com/office/drawing/2014/main" id="{29CB8F11-3515-0784-1841-FCDCC9163DC2}"/>
                      </a:ext>
                    </a:extLst>
                  </p:cNvPr>
                  <p:cNvSpPr txBox="1"/>
                  <p:nvPr/>
                </p:nvSpPr>
                <p:spPr>
                  <a:xfrm>
                    <a:off x="8139883" y="2970456"/>
                    <a:ext cx="870521" cy="27468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t-B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22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54" name="TextBox 85">
                    <a:extLst>
                      <a:ext uri="{FF2B5EF4-FFF2-40B4-BE49-F238E27FC236}">
                        <a16:creationId xmlns:a16="http://schemas.microsoft.com/office/drawing/2014/main" id="{29CB8F11-3515-0784-1841-FCDCC9163DC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39883" y="2970456"/>
                    <a:ext cx="870521" cy="27468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9091" t="-2222" r="-2273" b="-3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5" name="TextBox 86">
                    <a:extLst>
                      <a:ext uri="{FF2B5EF4-FFF2-40B4-BE49-F238E27FC236}">
                        <a16:creationId xmlns:a16="http://schemas.microsoft.com/office/drawing/2014/main" id="{AFB65F2C-50BC-FDC2-91AD-DDF835D14AA9}"/>
                      </a:ext>
                    </a:extLst>
                  </p:cNvPr>
                  <p:cNvSpPr txBox="1"/>
                  <p:nvPr/>
                </p:nvSpPr>
                <p:spPr>
                  <a:xfrm>
                    <a:off x="7532724" y="4231340"/>
                    <a:ext cx="400286" cy="3662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l-GR" sz="24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𝚪</m:t>
                              </m:r>
                            </m:e>
                            <m:sub>
                              <m:r>
                                <a:rPr kumimoji="0" lang="en-US" sz="2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55" name="TextBox 86">
                    <a:extLst>
                      <a:ext uri="{FF2B5EF4-FFF2-40B4-BE49-F238E27FC236}">
                        <a16:creationId xmlns:a16="http://schemas.microsoft.com/office/drawing/2014/main" id="{AFB65F2C-50BC-FDC2-91AD-DDF835D14A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32724" y="4231340"/>
                    <a:ext cx="400286" cy="36624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8333" r="-8333"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TextBox 87">
                    <a:extLst>
                      <a:ext uri="{FF2B5EF4-FFF2-40B4-BE49-F238E27FC236}">
                        <a16:creationId xmlns:a16="http://schemas.microsoft.com/office/drawing/2014/main" id="{33EE4091-342A-A2B4-C9CB-C56B152AE2E1}"/>
                      </a:ext>
                    </a:extLst>
                  </p:cNvPr>
                  <p:cNvSpPr txBox="1"/>
                  <p:nvPr/>
                </p:nvSpPr>
                <p:spPr>
                  <a:xfrm>
                    <a:off x="9345309" y="4265775"/>
                    <a:ext cx="400286" cy="3662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l-GR" sz="24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𝚪</m:t>
                              </m:r>
                            </m:e>
                            <m:sub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56" name="TextBox 87">
                    <a:extLst>
                      <a:ext uri="{FF2B5EF4-FFF2-40B4-BE49-F238E27FC236}">
                        <a16:creationId xmlns:a16="http://schemas.microsoft.com/office/drawing/2014/main" id="{33EE4091-342A-A2B4-C9CB-C56B152AE2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5309" y="4265775"/>
                    <a:ext cx="400286" cy="36624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8333" r="-8333" b="-147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09AEA9D-F90F-5B62-2606-468B3C5FC2B3}"/>
                </a:ext>
              </a:extLst>
            </p:cNvPr>
            <p:cNvGrpSpPr/>
            <p:nvPr/>
          </p:nvGrpSpPr>
          <p:grpSpPr>
            <a:xfrm>
              <a:off x="10851190" y="18178413"/>
              <a:ext cx="3946850" cy="676152"/>
              <a:chOff x="2999636" y="10669529"/>
              <a:chExt cx="7894614" cy="1352459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63">
                    <a:extLst>
                      <a:ext uri="{FF2B5EF4-FFF2-40B4-BE49-F238E27FC236}">
                        <a16:creationId xmlns:a16="http://schemas.microsoft.com/office/drawing/2014/main" id="{51927D97-C92E-C8CE-CD34-D63824170924}"/>
                      </a:ext>
                    </a:extLst>
                  </p:cNvPr>
                  <p:cNvSpPr txBox="1"/>
                  <p:nvPr/>
                </p:nvSpPr>
                <p:spPr>
                  <a:xfrm>
                    <a:off x="2999636" y="10669529"/>
                    <a:ext cx="7882687" cy="61562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 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𝚪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𝑼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𝜀</m:t>
                          </m:r>
                        </m:oMath>
                      </m:oMathPara>
                    </a14:m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0" name="TextBox 63">
                    <a:extLst>
                      <a:ext uri="{FF2B5EF4-FFF2-40B4-BE49-F238E27FC236}">
                        <a16:creationId xmlns:a16="http://schemas.microsoft.com/office/drawing/2014/main" id="{51927D97-C92E-C8CE-CD34-D638241709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9636" y="10669529"/>
                    <a:ext cx="7882687" cy="61562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41" r="-6522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TextBox 64">
                    <a:extLst>
                      <a:ext uri="{FF2B5EF4-FFF2-40B4-BE49-F238E27FC236}">
                        <a16:creationId xmlns:a16="http://schemas.microsoft.com/office/drawing/2014/main" id="{F0F3898A-19FC-3767-6A57-6C8FB5D897E9}"/>
                      </a:ext>
                    </a:extLst>
                  </p:cNvPr>
                  <p:cNvSpPr txBox="1"/>
                  <p:nvPr/>
                </p:nvSpPr>
                <p:spPr>
                  <a:xfrm>
                    <a:off x="2999636" y="11406362"/>
                    <a:ext cx="7894614" cy="61562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 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𝛽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𝚪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𝑼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𝜀</m:t>
                          </m:r>
                        </m:oMath>
                      </m:oMathPara>
                    </a14:m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1" name="TextBox 64">
                    <a:extLst>
                      <a:ext uri="{FF2B5EF4-FFF2-40B4-BE49-F238E27FC236}">
                        <a16:creationId xmlns:a16="http://schemas.microsoft.com/office/drawing/2014/main" id="{F0F3898A-19FC-3767-6A57-6C8FB5D897E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9636" y="11406362"/>
                    <a:ext cx="7894614" cy="61562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2337" r="-6845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807171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63C9F4F-BB5C-9983-2D23-5F92C9D8D43D}"/>
              </a:ext>
            </a:extLst>
          </p:cNvPr>
          <p:cNvGrpSpPr/>
          <p:nvPr/>
        </p:nvGrpSpPr>
        <p:grpSpPr>
          <a:xfrm>
            <a:off x="1970689" y="1547397"/>
            <a:ext cx="8250621" cy="4194184"/>
            <a:chOff x="4723492" y="26794141"/>
            <a:chExt cx="10291962" cy="479171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A914883-A347-02B5-95E6-07CAEFFA429E}"/>
                </a:ext>
              </a:extLst>
            </p:cNvPr>
            <p:cNvGrpSpPr/>
            <p:nvPr/>
          </p:nvGrpSpPr>
          <p:grpSpPr>
            <a:xfrm>
              <a:off x="8245240" y="26794141"/>
              <a:ext cx="3195740" cy="4004412"/>
              <a:chOff x="7221333" y="1689902"/>
              <a:chExt cx="2788163" cy="3478196"/>
            </a:xfrm>
          </p:grpSpPr>
          <p:sp>
            <p:nvSpPr>
              <p:cNvPr id="33" name="Flowchart: Connector 32">
                <a:extLst>
                  <a:ext uri="{FF2B5EF4-FFF2-40B4-BE49-F238E27FC236}">
                    <a16:creationId xmlns:a16="http://schemas.microsoft.com/office/drawing/2014/main" id="{2CF8DBDD-8043-FB3F-A556-D868896ED691}"/>
                  </a:ext>
                </a:extLst>
              </p:cNvPr>
              <p:cNvSpPr/>
              <p:nvPr/>
            </p:nvSpPr>
            <p:spPr>
              <a:xfrm>
                <a:off x="7221333" y="3144281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T1</a:t>
                </a:r>
              </a:p>
            </p:txBody>
          </p:sp>
          <p:sp>
            <p:nvSpPr>
              <p:cNvPr id="34" name="Flowchart: Connector 33">
                <a:extLst>
                  <a:ext uri="{FF2B5EF4-FFF2-40B4-BE49-F238E27FC236}">
                    <a16:creationId xmlns:a16="http://schemas.microsoft.com/office/drawing/2014/main" id="{DE158350-6208-CD1C-FDE2-7AA12DECF351}"/>
                  </a:ext>
                </a:extLst>
              </p:cNvPr>
              <p:cNvSpPr/>
              <p:nvPr/>
            </p:nvSpPr>
            <p:spPr>
              <a:xfrm>
                <a:off x="8260864" y="1689902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V</a:t>
                </a:r>
              </a:p>
            </p:txBody>
          </p:sp>
          <p:sp>
            <p:nvSpPr>
              <p:cNvPr id="35" name="Flowchart: Connector 34">
                <a:extLst>
                  <a:ext uri="{FF2B5EF4-FFF2-40B4-BE49-F238E27FC236}">
                    <a16:creationId xmlns:a16="http://schemas.microsoft.com/office/drawing/2014/main" id="{5E880FC6-8C6A-6901-0B94-512BAC6022B1}"/>
                  </a:ext>
                </a:extLst>
              </p:cNvPr>
              <p:cNvSpPr/>
              <p:nvPr/>
            </p:nvSpPr>
            <p:spPr>
              <a:xfrm>
                <a:off x="9300396" y="3144281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T2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5867CA8C-F510-8046-81A6-A7F7E297B397}"/>
                  </a:ext>
                </a:extLst>
              </p:cNvPr>
              <p:cNvCxnSpPr>
                <a:cxnSpLocks/>
                <a:stCxn id="34" idx="3"/>
                <a:endCxn id="33" idx="0"/>
              </p:cNvCxnSpPr>
              <p:nvPr/>
            </p:nvCxnSpPr>
            <p:spPr>
              <a:xfrm flipH="1">
                <a:off x="7575883" y="2223851"/>
                <a:ext cx="788826" cy="92043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573C6978-DEF1-2FD8-854C-9CAA596E1B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8226" y="3590403"/>
                <a:ext cx="1086986" cy="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A2AFF47D-2A6F-7761-A3D2-BBD886C513A9}"/>
                  </a:ext>
                </a:extLst>
              </p:cNvPr>
              <p:cNvCxnSpPr>
                <a:cxnSpLocks/>
                <a:stCxn id="34" idx="5"/>
                <a:endCxn id="35" idx="0"/>
              </p:cNvCxnSpPr>
              <p:nvPr/>
            </p:nvCxnSpPr>
            <p:spPr>
              <a:xfrm>
                <a:off x="8866119" y="2223851"/>
                <a:ext cx="788827" cy="92043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88223C47-B4F7-117F-EE25-4271AA4BD1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1921" y="3429000"/>
                <a:ext cx="1086986" cy="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Flowchart: Connector 39">
                <a:extLst>
                  <a:ext uri="{FF2B5EF4-FFF2-40B4-BE49-F238E27FC236}">
                    <a16:creationId xmlns:a16="http://schemas.microsoft.com/office/drawing/2014/main" id="{55E7533A-5F51-AAB6-49C0-133AC1151009}"/>
                  </a:ext>
                </a:extLst>
              </p:cNvPr>
              <p:cNvSpPr/>
              <p:nvPr/>
            </p:nvSpPr>
            <p:spPr>
              <a:xfrm>
                <a:off x="8260864" y="4542538"/>
                <a:ext cx="709100" cy="625560"/>
              </a:xfrm>
              <a:prstGeom prst="flowChartConnector">
                <a:avLst/>
              </a:prstGeom>
              <a:solidFill>
                <a:srgbClr val="EFC000"/>
              </a:solidFill>
              <a:ln w="19050">
                <a:solidFill>
                  <a:srgbClr val="99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W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5F04249F-57C7-E5ED-30DE-9BC5BF1951DD}"/>
                  </a:ext>
                </a:extLst>
              </p:cNvPr>
              <p:cNvCxnSpPr>
                <a:cxnSpLocks/>
                <a:stCxn id="33" idx="4"/>
                <a:endCxn id="40" idx="1"/>
              </p:cNvCxnSpPr>
              <p:nvPr/>
            </p:nvCxnSpPr>
            <p:spPr>
              <a:xfrm>
                <a:off x="7575883" y="3769841"/>
                <a:ext cx="788826" cy="864308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E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BB267BB-D739-AB7F-33B7-DE7166A9511B}"/>
                  </a:ext>
                </a:extLst>
              </p:cNvPr>
              <p:cNvCxnSpPr>
                <a:cxnSpLocks/>
                <a:stCxn id="40" idx="7"/>
                <a:endCxn id="35" idx="4"/>
              </p:cNvCxnSpPr>
              <p:nvPr/>
            </p:nvCxnSpPr>
            <p:spPr>
              <a:xfrm flipV="1">
                <a:off x="8866119" y="3769841"/>
                <a:ext cx="788827" cy="864308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E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" name="TextBox 133">
                    <a:extLst>
                      <a:ext uri="{FF2B5EF4-FFF2-40B4-BE49-F238E27FC236}">
                        <a16:creationId xmlns:a16="http://schemas.microsoft.com/office/drawing/2014/main" id="{3DCBA1C1-F809-AF33-887E-546DA94D1163}"/>
                      </a:ext>
                    </a:extLst>
                  </p:cNvPr>
                  <p:cNvSpPr txBox="1"/>
                  <p:nvPr/>
                </p:nvSpPr>
                <p:spPr>
                  <a:xfrm>
                    <a:off x="7532724" y="4231340"/>
                    <a:ext cx="414644" cy="3173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t-B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𝛀</m:t>
                              </m:r>
                            </m:e>
                            <m:sub>
                              <m:r>
                                <a:rPr kumimoji="0" lang="en-US" sz="18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3" name="TextBox 133">
                    <a:extLst>
                      <a:ext uri="{FF2B5EF4-FFF2-40B4-BE49-F238E27FC236}">
                        <a16:creationId xmlns:a16="http://schemas.microsoft.com/office/drawing/2014/main" id="{3DCBA1C1-F809-AF33-887E-546DA94D11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32724" y="4231340"/>
                    <a:ext cx="414644" cy="31731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793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4" name="TextBox 134">
                    <a:extLst>
                      <a:ext uri="{FF2B5EF4-FFF2-40B4-BE49-F238E27FC236}">
                        <a16:creationId xmlns:a16="http://schemas.microsoft.com/office/drawing/2014/main" id="{6AEB507D-4B5B-1595-D716-F7CCCAB18666}"/>
                      </a:ext>
                    </a:extLst>
                  </p:cNvPr>
                  <p:cNvSpPr txBox="1"/>
                  <p:nvPr/>
                </p:nvSpPr>
                <p:spPr>
                  <a:xfrm>
                    <a:off x="9345309" y="4265775"/>
                    <a:ext cx="414644" cy="3173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t-B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𝛀</m:t>
                              </m:r>
                            </m:e>
                            <m:sub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44" name="TextBox 134">
                    <a:extLst>
                      <a:ext uri="{FF2B5EF4-FFF2-40B4-BE49-F238E27FC236}">
                        <a16:creationId xmlns:a16="http://schemas.microsoft.com/office/drawing/2014/main" id="{6AEB507D-4B5B-1595-D716-F7CCCAB186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5309" y="4265775"/>
                    <a:ext cx="414644" cy="31731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96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356D0E1-16AA-A786-297D-A0FE25B5BE17}"/>
                </a:ext>
              </a:extLst>
            </p:cNvPr>
            <p:cNvGrpSpPr/>
            <p:nvPr/>
          </p:nvGrpSpPr>
          <p:grpSpPr>
            <a:xfrm>
              <a:off x="11819714" y="26794141"/>
              <a:ext cx="3195740" cy="4004412"/>
              <a:chOff x="7221333" y="1689902"/>
              <a:chExt cx="2788163" cy="3478196"/>
            </a:xfrm>
          </p:grpSpPr>
          <p:sp>
            <p:nvSpPr>
              <p:cNvPr id="21" name="Flowchart: Connector 20">
                <a:extLst>
                  <a:ext uri="{FF2B5EF4-FFF2-40B4-BE49-F238E27FC236}">
                    <a16:creationId xmlns:a16="http://schemas.microsoft.com/office/drawing/2014/main" id="{7DE4E1E6-8A5B-21C5-807E-851A504FEF00}"/>
                  </a:ext>
                </a:extLst>
              </p:cNvPr>
              <p:cNvSpPr/>
              <p:nvPr/>
            </p:nvSpPr>
            <p:spPr>
              <a:xfrm>
                <a:off x="7221333" y="3144281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T1</a:t>
                </a:r>
              </a:p>
            </p:txBody>
          </p:sp>
          <p:sp>
            <p:nvSpPr>
              <p:cNvPr id="22" name="Flowchart: Connector 21">
                <a:extLst>
                  <a:ext uri="{FF2B5EF4-FFF2-40B4-BE49-F238E27FC236}">
                    <a16:creationId xmlns:a16="http://schemas.microsoft.com/office/drawing/2014/main" id="{8F346714-0C2F-DE8C-A02D-F94A8FC9D84F}"/>
                  </a:ext>
                </a:extLst>
              </p:cNvPr>
              <p:cNvSpPr/>
              <p:nvPr/>
            </p:nvSpPr>
            <p:spPr>
              <a:xfrm>
                <a:off x="8260864" y="1689902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V</a:t>
                </a:r>
              </a:p>
            </p:txBody>
          </p:sp>
          <p:sp>
            <p:nvSpPr>
              <p:cNvPr id="23" name="Flowchart: Connector 22">
                <a:extLst>
                  <a:ext uri="{FF2B5EF4-FFF2-40B4-BE49-F238E27FC236}">
                    <a16:creationId xmlns:a16="http://schemas.microsoft.com/office/drawing/2014/main" id="{AB513353-BBFE-5FF5-803F-2EFA5CAAA4C8}"/>
                  </a:ext>
                </a:extLst>
              </p:cNvPr>
              <p:cNvSpPr/>
              <p:nvPr/>
            </p:nvSpPr>
            <p:spPr>
              <a:xfrm>
                <a:off x="9300396" y="3144281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T2</a:t>
                </a: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9E67D5C8-53B4-D5A4-A1DC-20D3F2533000}"/>
                  </a:ext>
                </a:extLst>
              </p:cNvPr>
              <p:cNvCxnSpPr>
                <a:cxnSpLocks/>
                <a:stCxn id="22" idx="3"/>
                <a:endCxn id="21" idx="0"/>
              </p:cNvCxnSpPr>
              <p:nvPr/>
            </p:nvCxnSpPr>
            <p:spPr>
              <a:xfrm flipH="1">
                <a:off x="7575883" y="2223851"/>
                <a:ext cx="788826" cy="92043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6DBB921F-25A8-778B-B6FD-3B7B73C61BD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8226" y="3590403"/>
                <a:ext cx="1086986" cy="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F2FA74F5-A63F-B02C-3AD7-5A7EC765F9AC}"/>
                  </a:ext>
                </a:extLst>
              </p:cNvPr>
              <p:cNvCxnSpPr>
                <a:cxnSpLocks/>
                <a:stCxn id="22" idx="5"/>
                <a:endCxn id="23" idx="0"/>
              </p:cNvCxnSpPr>
              <p:nvPr/>
            </p:nvCxnSpPr>
            <p:spPr>
              <a:xfrm>
                <a:off x="8866119" y="2223851"/>
                <a:ext cx="788827" cy="92043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CF3737AE-AE3B-1BB7-2495-1CC851D4DB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1921" y="3429000"/>
                <a:ext cx="1086986" cy="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Flowchart: Connector 27">
                <a:extLst>
                  <a:ext uri="{FF2B5EF4-FFF2-40B4-BE49-F238E27FC236}">
                    <a16:creationId xmlns:a16="http://schemas.microsoft.com/office/drawing/2014/main" id="{27D1DA92-AE8F-6389-7F4C-AEA8E980CBEF}"/>
                  </a:ext>
                </a:extLst>
              </p:cNvPr>
              <p:cNvSpPr/>
              <p:nvPr/>
            </p:nvSpPr>
            <p:spPr>
              <a:xfrm>
                <a:off x="8260864" y="4542538"/>
                <a:ext cx="709100" cy="625560"/>
              </a:xfrm>
              <a:prstGeom prst="flowChartConnector">
                <a:avLst/>
              </a:prstGeom>
              <a:solidFill>
                <a:srgbClr val="EFC000"/>
              </a:solidFill>
              <a:ln w="19050">
                <a:solidFill>
                  <a:srgbClr val="99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Z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4792DC1D-5A61-7F2E-F1EA-5D9521379AFD}"/>
                  </a:ext>
                </a:extLst>
              </p:cNvPr>
              <p:cNvCxnSpPr>
                <a:cxnSpLocks/>
                <a:stCxn id="23" idx="4"/>
                <a:endCxn id="28" idx="7"/>
              </p:cNvCxnSpPr>
              <p:nvPr/>
            </p:nvCxnSpPr>
            <p:spPr>
              <a:xfrm flipH="1">
                <a:off x="8866119" y="3769841"/>
                <a:ext cx="788827" cy="864308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E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5D5EF999-5E91-EABB-1BD4-015625B2DEF7}"/>
                  </a:ext>
                </a:extLst>
              </p:cNvPr>
              <p:cNvCxnSpPr>
                <a:cxnSpLocks/>
                <a:stCxn id="21" idx="4"/>
                <a:endCxn id="28" idx="1"/>
              </p:cNvCxnSpPr>
              <p:nvPr/>
            </p:nvCxnSpPr>
            <p:spPr>
              <a:xfrm>
                <a:off x="7575883" y="3769841"/>
                <a:ext cx="788826" cy="864308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E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TextBox 118">
                    <a:extLst>
                      <a:ext uri="{FF2B5EF4-FFF2-40B4-BE49-F238E27FC236}">
                        <a16:creationId xmlns:a16="http://schemas.microsoft.com/office/drawing/2014/main" id="{FB5A881B-E1C7-E852-F9FC-2104AC911073}"/>
                      </a:ext>
                    </a:extLst>
                  </p:cNvPr>
                  <p:cNvSpPr txBox="1"/>
                  <p:nvPr/>
                </p:nvSpPr>
                <p:spPr>
                  <a:xfrm>
                    <a:off x="7532724" y="4231340"/>
                    <a:ext cx="421418" cy="3173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t-B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𝚿</m:t>
                              </m:r>
                            </m:e>
                            <m:sub>
                              <m:r>
                                <a:rPr kumimoji="0" lang="en-US" sz="18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31" name="TextBox 118">
                    <a:extLst>
                      <a:ext uri="{FF2B5EF4-FFF2-40B4-BE49-F238E27FC236}">
                        <a16:creationId xmlns:a16="http://schemas.microsoft.com/office/drawing/2014/main" id="{FB5A881B-E1C7-E852-F9FC-2104AC9110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32724" y="4231340"/>
                    <a:ext cx="421418" cy="31731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81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Box 119">
                    <a:extLst>
                      <a:ext uri="{FF2B5EF4-FFF2-40B4-BE49-F238E27FC236}">
                        <a16:creationId xmlns:a16="http://schemas.microsoft.com/office/drawing/2014/main" id="{826521FF-73DD-6E23-CFAC-834FD1D68A2B}"/>
                      </a:ext>
                    </a:extLst>
                  </p:cNvPr>
                  <p:cNvSpPr txBox="1"/>
                  <p:nvPr/>
                </p:nvSpPr>
                <p:spPr>
                  <a:xfrm>
                    <a:off x="9345309" y="4265775"/>
                    <a:ext cx="421418" cy="3173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pt-B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𝚿</m:t>
                              </m:r>
                            </m:e>
                            <m:sub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32" name="TextBox 119">
                    <a:extLst>
                      <a:ext uri="{FF2B5EF4-FFF2-40B4-BE49-F238E27FC236}">
                        <a16:creationId xmlns:a16="http://schemas.microsoft.com/office/drawing/2014/main" id="{826521FF-73DD-6E23-CFAC-834FD1D68A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5309" y="4265775"/>
                    <a:ext cx="421418" cy="31731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52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4A1C82A-61DE-FCCD-591C-1CF6BC0A278D}"/>
                </a:ext>
              </a:extLst>
            </p:cNvPr>
            <p:cNvGrpSpPr/>
            <p:nvPr/>
          </p:nvGrpSpPr>
          <p:grpSpPr>
            <a:xfrm>
              <a:off x="4723492" y="26794141"/>
              <a:ext cx="3195740" cy="4004412"/>
              <a:chOff x="7221333" y="1689902"/>
              <a:chExt cx="2788163" cy="3478196"/>
            </a:xfrm>
          </p:grpSpPr>
          <p:sp>
            <p:nvSpPr>
              <p:cNvPr id="9" name="Flowchart: Connector 8">
                <a:extLst>
                  <a:ext uri="{FF2B5EF4-FFF2-40B4-BE49-F238E27FC236}">
                    <a16:creationId xmlns:a16="http://schemas.microsoft.com/office/drawing/2014/main" id="{F10B2D5C-CE70-9112-D09A-0C8171B8151C}"/>
                  </a:ext>
                </a:extLst>
              </p:cNvPr>
              <p:cNvSpPr/>
              <p:nvPr/>
            </p:nvSpPr>
            <p:spPr>
              <a:xfrm>
                <a:off x="7221333" y="3144281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T1</a:t>
                </a:r>
              </a:p>
            </p:txBody>
          </p:sp>
          <p:sp>
            <p:nvSpPr>
              <p:cNvPr id="10" name="Flowchart: Connector 9">
                <a:extLst>
                  <a:ext uri="{FF2B5EF4-FFF2-40B4-BE49-F238E27FC236}">
                    <a16:creationId xmlns:a16="http://schemas.microsoft.com/office/drawing/2014/main" id="{537C0BC5-307C-24CA-62F0-BF8369512586}"/>
                  </a:ext>
                </a:extLst>
              </p:cNvPr>
              <p:cNvSpPr/>
              <p:nvPr/>
            </p:nvSpPr>
            <p:spPr>
              <a:xfrm>
                <a:off x="8260864" y="1689902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V</a:t>
                </a:r>
              </a:p>
            </p:txBody>
          </p:sp>
          <p:sp>
            <p:nvSpPr>
              <p:cNvPr id="11" name="Flowchart: Connector 10">
                <a:extLst>
                  <a:ext uri="{FF2B5EF4-FFF2-40B4-BE49-F238E27FC236}">
                    <a16:creationId xmlns:a16="http://schemas.microsoft.com/office/drawing/2014/main" id="{6F059D94-BC2D-B978-FA02-22FF8B68C500}"/>
                  </a:ext>
                </a:extLst>
              </p:cNvPr>
              <p:cNvSpPr/>
              <p:nvPr/>
            </p:nvSpPr>
            <p:spPr>
              <a:xfrm>
                <a:off x="9300396" y="3144281"/>
                <a:ext cx="709100" cy="625560"/>
              </a:xfrm>
              <a:prstGeom prst="flowChartConnector">
                <a:avLst/>
              </a:prstGeom>
              <a:solidFill>
                <a:srgbClr val="0073C3"/>
              </a:solidFill>
              <a:ln w="1905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T2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A70E8901-059F-BA14-A54A-5AF1A04A8D4A}"/>
                  </a:ext>
                </a:extLst>
              </p:cNvPr>
              <p:cNvCxnSpPr>
                <a:cxnSpLocks/>
                <a:stCxn id="10" idx="3"/>
                <a:endCxn id="9" idx="0"/>
              </p:cNvCxnSpPr>
              <p:nvPr/>
            </p:nvCxnSpPr>
            <p:spPr>
              <a:xfrm flipH="1">
                <a:off x="7575883" y="2223851"/>
                <a:ext cx="788826" cy="92043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A59D3E7F-F8A4-37DE-DA97-07A1174C83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48226" y="3590403"/>
                <a:ext cx="1086986" cy="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D29774F-7540-5360-17E6-645F57D86F36}"/>
                  </a:ext>
                </a:extLst>
              </p:cNvPr>
              <p:cNvCxnSpPr>
                <a:cxnSpLocks/>
                <a:stCxn id="10" idx="5"/>
                <a:endCxn id="11" idx="0"/>
              </p:cNvCxnSpPr>
              <p:nvPr/>
            </p:nvCxnSpPr>
            <p:spPr>
              <a:xfrm>
                <a:off x="8866119" y="2223851"/>
                <a:ext cx="788827" cy="92043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39DBF3D-817E-6AD0-C8A3-9733D00DFB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1921" y="3429000"/>
                <a:ext cx="1086986" cy="0"/>
              </a:xfrm>
              <a:prstGeom prst="straightConnector1">
                <a:avLst/>
              </a:prstGeom>
              <a:solidFill>
                <a:schemeClr val="accent3"/>
              </a:solidFill>
              <a:ln w="57150">
                <a:solidFill>
                  <a:srgbClr val="00206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Flowchart: Connector 15">
                <a:extLst>
                  <a:ext uri="{FF2B5EF4-FFF2-40B4-BE49-F238E27FC236}">
                    <a16:creationId xmlns:a16="http://schemas.microsoft.com/office/drawing/2014/main" id="{6DE7500E-2A0E-EC67-F8CE-68C78609C2C7}"/>
                  </a:ext>
                </a:extLst>
              </p:cNvPr>
              <p:cNvSpPr/>
              <p:nvPr/>
            </p:nvSpPr>
            <p:spPr>
              <a:xfrm>
                <a:off x="8260864" y="4542538"/>
                <a:ext cx="709100" cy="625560"/>
              </a:xfrm>
              <a:prstGeom prst="flowChartConnector">
                <a:avLst/>
              </a:prstGeom>
              <a:solidFill>
                <a:srgbClr val="EFC000"/>
              </a:solidFill>
              <a:ln w="19050">
                <a:solidFill>
                  <a:srgbClr val="996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ru-RU"/>
                </a:defPPr>
                <a:lvl1pPr marL="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121904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2438092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3657139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4876186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6095230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314277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8533324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9752371" algn="l" defTabSz="2438092" rtl="0" eaLnBrk="1" latinLnBrk="0" hangingPunct="1">
                  <a:defRPr sz="4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Bierstadt" panose="020B0004020202020204" pitchFamily="34" charset="0"/>
                    <a:ea typeface="+mn-ea"/>
                    <a:cs typeface="+mn-cs"/>
                  </a:rPr>
                  <a:t>U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D4EB699-2CA0-DF11-E102-1E6AE3335A7B}"/>
                  </a:ext>
                </a:extLst>
              </p:cNvPr>
              <p:cNvCxnSpPr>
                <a:cxnSpLocks/>
                <a:stCxn id="16" idx="1"/>
                <a:endCxn id="9" idx="4"/>
              </p:cNvCxnSpPr>
              <p:nvPr/>
            </p:nvCxnSpPr>
            <p:spPr>
              <a:xfrm flipH="1" flipV="1">
                <a:off x="7575883" y="3769841"/>
                <a:ext cx="788826" cy="864308"/>
              </a:xfrm>
              <a:prstGeom prst="straightConnector1">
                <a:avLst/>
              </a:prstGeom>
              <a:ln w="57150">
                <a:solidFill>
                  <a:srgbClr val="E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9DB84EB-6547-55CB-2E63-0AC0A277D554}"/>
                  </a:ext>
                </a:extLst>
              </p:cNvPr>
              <p:cNvCxnSpPr>
                <a:cxnSpLocks/>
                <a:stCxn id="16" idx="7"/>
                <a:endCxn id="11" idx="4"/>
              </p:cNvCxnSpPr>
              <p:nvPr/>
            </p:nvCxnSpPr>
            <p:spPr>
              <a:xfrm flipV="1">
                <a:off x="8866119" y="3769841"/>
                <a:ext cx="788827" cy="864308"/>
              </a:xfrm>
              <a:prstGeom prst="straightConnector1">
                <a:avLst/>
              </a:prstGeom>
              <a:ln w="57150">
                <a:solidFill>
                  <a:srgbClr val="EFC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" name="TextBox 103">
                    <a:extLst>
                      <a:ext uri="{FF2B5EF4-FFF2-40B4-BE49-F238E27FC236}">
                        <a16:creationId xmlns:a16="http://schemas.microsoft.com/office/drawing/2014/main" id="{3700C66C-7BAF-21DA-C873-3915A796DB2B}"/>
                      </a:ext>
                    </a:extLst>
                  </p:cNvPr>
                  <p:cNvSpPr txBox="1"/>
                  <p:nvPr/>
                </p:nvSpPr>
                <p:spPr>
                  <a:xfrm>
                    <a:off x="7532724" y="4231340"/>
                    <a:ext cx="335283" cy="3173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l-GR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𝚪</m:t>
                              </m:r>
                            </m:e>
                            <m:sub>
                              <m:r>
                                <a:rPr kumimoji="0" lang="en-US" sz="18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19" name="TextBox 103">
                    <a:extLst>
                      <a:ext uri="{FF2B5EF4-FFF2-40B4-BE49-F238E27FC236}">
                        <a16:creationId xmlns:a16="http://schemas.microsoft.com/office/drawing/2014/main" id="{3700C66C-7BAF-21DA-C873-3915A796DB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32724" y="4231340"/>
                    <a:ext cx="335283" cy="31731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9804" r="-196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04">
                    <a:extLst>
                      <a:ext uri="{FF2B5EF4-FFF2-40B4-BE49-F238E27FC236}">
                        <a16:creationId xmlns:a16="http://schemas.microsoft.com/office/drawing/2014/main" id="{DDC0A950-0BD7-1476-24DD-6B8EDE91507A}"/>
                      </a:ext>
                    </a:extLst>
                  </p:cNvPr>
                  <p:cNvSpPr txBox="1"/>
                  <p:nvPr/>
                </p:nvSpPr>
                <p:spPr>
                  <a:xfrm>
                    <a:off x="9345309" y="4265775"/>
                    <a:ext cx="335283" cy="31731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ru-RU"/>
                    </a:defPPr>
                    <a:lvl1pPr marL="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121904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2438092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3657139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4876186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6095230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7314277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8533324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9752371" algn="l" defTabSz="2438092" rtl="0" eaLnBrk="1" latinLnBrk="0" hangingPunct="1">
                      <a:defRPr sz="4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l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pt-BR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l-GR" sz="18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𝚪</m:t>
                              </m:r>
                            </m:e>
                            <m:sub>
                              <m:r>
                                <a:rPr kumimoji="0" lang="en-US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0" lang="en-US" sz="1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w Cen MT" panose="020B0602020104020603"/>
                      <a:ea typeface="+mn-ea"/>
                      <a:cs typeface="+mn-cs"/>
                    </a:endParaRPr>
                  </a:p>
                </p:txBody>
              </p:sp>
            </mc:Choice>
            <mc:Fallback>
              <p:sp>
                <p:nvSpPr>
                  <p:cNvPr id="20" name="TextBox 104">
                    <a:extLst>
                      <a:ext uri="{FF2B5EF4-FFF2-40B4-BE49-F238E27FC236}">
                        <a16:creationId xmlns:a16="http://schemas.microsoft.com/office/drawing/2014/main" id="{DDC0A950-0BD7-1476-24DD-6B8EDE9150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45309" y="4265775"/>
                    <a:ext cx="335283" cy="31731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9804" r="-196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" name="TextBox 87">
              <a:extLst>
                <a:ext uri="{FF2B5EF4-FFF2-40B4-BE49-F238E27FC236}">
                  <a16:creationId xmlns:a16="http://schemas.microsoft.com/office/drawing/2014/main" id="{D617FF08-A90C-1D06-B5D5-59D1FE1E86D5}"/>
                </a:ext>
              </a:extLst>
            </p:cNvPr>
            <p:cNvSpPr txBox="1"/>
            <p:nvPr/>
          </p:nvSpPr>
          <p:spPr>
            <a:xfrm>
              <a:off x="8891050" y="30814630"/>
              <a:ext cx="1897278" cy="771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Intermediate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Variable </a:t>
              </a:r>
            </a:p>
          </p:txBody>
        </p:sp>
        <p:sp>
          <p:nvSpPr>
            <p:cNvPr id="7" name="TextBox 88">
              <a:extLst>
                <a:ext uri="{FF2B5EF4-FFF2-40B4-BE49-F238E27FC236}">
                  <a16:creationId xmlns:a16="http://schemas.microsoft.com/office/drawing/2014/main" id="{12F3FA04-B347-18F1-C040-75344139F57B}"/>
                </a:ext>
              </a:extLst>
            </p:cNvPr>
            <p:cNvSpPr txBox="1"/>
            <p:nvPr/>
          </p:nvSpPr>
          <p:spPr>
            <a:xfrm>
              <a:off x="12344396" y="30814630"/>
              <a:ext cx="2204534" cy="771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Common Child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Variable </a:t>
              </a:r>
            </a:p>
          </p:txBody>
        </p:sp>
        <p:sp>
          <p:nvSpPr>
            <p:cNvPr id="8" name="TextBox 89">
              <a:extLst>
                <a:ext uri="{FF2B5EF4-FFF2-40B4-BE49-F238E27FC236}">
                  <a16:creationId xmlns:a16="http://schemas.microsoft.com/office/drawing/2014/main" id="{7498BDB6-31E5-4C19-3A4A-D9B165FA0A61}"/>
                </a:ext>
              </a:extLst>
            </p:cNvPr>
            <p:cNvSpPr txBox="1"/>
            <p:nvPr/>
          </p:nvSpPr>
          <p:spPr>
            <a:xfrm>
              <a:off x="5437613" y="30789356"/>
              <a:ext cx="1800422" cy="7712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ru-RU"/>
              </a:defPPr>
              <a:lvl1pPr marL="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21904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438092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3657139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4876186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6095230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7314277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533324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9752371" algn="l" defTabSz="2438092" rtl="0" eaLnBrk="1" latinLnBrk="0" hangingPunct="1">
                <a:defRPr sz="4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Confounder 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ierstadt" panose="020B0004020202020204" pitchFamily="34" charset="0"/>
                  <a:ea typeface="+mn-ea"/>
                  <a:cs typeface="+mn-cs"/>
                </a:rPr>
                <a:t>Variable 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ierstadt" panose="020B00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3999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Bierstadt</vt:lpstr>
      <vt:lpstr>Cambria Math</vt:lpstr>
      <vt:lpstr>Tw Cen MT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Jarred Kvamme</dc:creator>
  <cp:lastModifiedBy>Jarred Kvamme</cp:lastModifiedBy>
  <cp:revision>1</cp:revision>
  <dcterms:created xsi:type="dcterms:W3CDTF">2026-03-31T18:04:15Z</dcterms:created>
  <dcterms:modified xsi:type="dcterms:W3CDTF">2026-03-31T18:21:16Z</dcterms:modified>
</cp:coreProperties>
</file>